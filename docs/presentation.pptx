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1C2833"/>
                </a:solidFill>
              </a:defRPr>
            </a:pPr>
            <a:r>
              <a:t>RiskPulse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66573"/>
                </a:solidFill>
              </a:defRPr>
            </a:pPr>
            <a:r>
              <a:t>An AI/NLP risk engine that turns news and social chatter into tradeable and stress-testable risk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Madapati Naga Durga Abhinav Sai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VIT-AP University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S&amp;P Global &amp; Crisil Campus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573"/>
                </a:solidFill>
              </a:defRPr>
            </a:pPr>
            <a:r>
              <a:t>Markets move on text long before it shows up in prices or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Thousands of headlines and posts per hour; analysts can't read them all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Unstructured text can't feed a model, a limit or a dashboard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Risk teams find out about the shock after the P&amp;L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My approach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One engine, many sources: normalise every feed into a Document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Score each document on 3 axes: sentiment (-1..1), event type, impact (1-10)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Publish signals on a bus (JSONL + REST + pub/sub)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Two consumers prove the signals are usable: a tactical index rebalancer and an event-driven stress tester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573"/>
                </a:solidFill>
              </a:defRPr>
            </a:pPr>
            <a:r>
              <a:t>Ingestion -&gt; NLP engine -&gt; signal bus -&gt; downstream modules -&gt; dashboard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21499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NLP engine (pure Python, explainable)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Finance lexicon (~250 terms + phrases): 'crushed it' is positive, 'higher for longer' negative, 'liability' isn't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Negation window, intensifiers, emoji, cashtag linking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- 8-class event taxonomy with weighted triggers + confidence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Impact = base severity + tone + magnitude ('7%', '$16bn') + shock words + breadth + source credibility (follower-weighted)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Pluggable FinBERT backend for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Downstream modules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A: w ~ base * exp(k * EWMA sentiment), floors/caps, 10% turnover limit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B: 20-trade synthetic wholesale book (loans, bonds, swaps, CDS, equity)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Sensitivity-based revaluation: duration, spread duration, delta, FX, PD x LGD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- Scenario picked by event type, scaled by impact; cooldown de-dupes news + social</a:t>
            </a: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C2833"/>
                </a:solidFill>
              </a:defRPr>
            </a:pPr>
            <a:r>
              <a:t>Stack: Python, pandas, FastAPI, Streamlit, Plotly, pytest (24 tests)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573"/>
                </a:solidFill>
              </a:defRPr>
            </a:pPr>
            <a:r>
              <a:t>60 documents -&gt; 68 signals, 19 high-impact, 10 stress tests, 46 rebalances</a:t>
            </a:r>
          </a:p>
        </p:txBody>
      </p:sp>
      <p:pic>
        <p:nvPicPr>
          <p:cNvPr id="5" name="Picture 4" descr="chart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008914" cy="4206240"/>
          </a:xfrm>
          <a:prstGeom prst="rect">
            <a:avLst/>
          </a:prstGeom>
        </p:spPr>
      </p:pic>
      <p:pic>
        <p:nvPicPr>
          <p:cNvPr id="6" name="Picture 5" descr="chart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6008914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978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573"/>
                </a:solidFill>
              </a:defRPr>
            </a:pPr>
            <a:r>
              <a:t>Worst case: 'Sovereign downgraded as fiscal deficit widens' -&gt; -28.0m (-9.9%) on a $283m book. Index turnover 68% over the window vs 0% for a static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Domain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66573"/>
                </a:solidFill>
              </a:defRPr>
            </a:pPr>
            <a:r>
              <a:t>Why this matters for a bank or an index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C2833"/>
                </a:solidFill>
              </a:defRPr>
            </a:pPr>
            <a:r>
              <a:t>- Early warning: a credit event in the news triggers a portfolio revaluation in seconds, not at the next daily risk run</a:t>
            </a:r>
          </a:p>
          <a:p>
            <a:pPr>
              <a:spcAft>
                <a:spcPts val="800"/>
              </a:spcAft>
              <a:defRPr sz="1700" b="0">
                <a:solidFill>
                  <a:srgbClr val="1C2833"/>
                </a:solidFill>
              </a:defRPr>
            </a:pPr>
            <a:r>
              <a:t>- Explainability: every score comes with the words that drove it - auditable for model risk</a:t>
            </a:r>
          </a:p>
          <a:p>
            <a:pPr>
              <a:spcAft>
                <a:spcPts val="800"/>
              </a:spcAft>
              <a:defRPr sz="1700" b="0">
                <a:solidFill>
                  <a:srgbClr val="1C2833"/>
                </a:solidFill>
              </a:defRPr>
            </a:pPr>
            <a:r>
              <a:t>- One signal, many consumers: the same feed powers trading tilts, limit monitoring and scenario analysis</a:t>
            </a:r>
          </a:p>
          <a:p>
            <a:pPr>
              <a:spcAft>
                <a:spcPts val="800"/>
              </a:spcAft>
              <a:defRPr sz="1700" b="0">
                <a:solidFill>
                  <a:srgbClr val="1C2833"/>
                </a:solidFill>
              </a:defRPr>
            </a:pPr>
            <a:r>
              <a:t>- Analyst leverage: a desk watching 18 names and 60 stories sees one ranked feed</a:t>
            </a:r>
          </a:p>
          <a:p>
            <a:pPr>
              <a:spcAft>
                <a:spcPts val="800"/>
              </a:spcAft>
              <a:defRPr sz="1700" b="0">
                <a:solidFill>
                  <a:srgbClr val="1C2833"/>
                </a:solidFill>
              </a:defRPr>
            </a:pPr>
            <a:r>
              <a:t>- Scales out: swap the CSV adapters for Kafka / vendor APIs without touching the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2833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Assumptions / gaps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Lexicon tuned on a small synthetic sample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First-order (linear) revaluation; no convexity or optionality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Scenario library is hand-calibrated, not historical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Entity linking limited to an alias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Next steps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Fine-tune FinBERT on labelled headlines; ensemble with lexicon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Calibrate impact against realised abnormal returns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Historical scenario library (2008, 2020, 2022 rates shock)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Streaming ingestion (Kafka) + alerting</a:t>
            </a:r>
          </a:p>
          <a:p>
            <a:pPr>
              <a:spcAft>
                <a:spcPts val="800"/>
              </a:spcAft>
              <a:defRPr sz="1600" b="0">
                <a:solidFill>
                  <a:srgbClr val="1C2833"/>
                </a:solidFill>
              </a:defRPr>
            </a:pPr>
            <a:r>
              <a:t>- Backtest rebalancer vs equal-weight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